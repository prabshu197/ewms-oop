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5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an E-Waste Management System written in C++ using classes and objects. Mention it is for the 204ES OOP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real-world problem: e-waste is growing, people do not know how to record or dispose of it correctly. Our system gives a structured way to record e-waste, learn safe disposal and earn reward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B26A-A30B-34DC-90E6-F9E35AFC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BB696-2F9C-4314-2921-69CA70122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4E788-3F95-52B5-3A1C-2C569332C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real-world problem: e-waste is growing, people do not know how to record or dispose of it correctly. Our system gives a structured way to record e-waste, learn safe disposal and earn reward points.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A4817-1250-9B5A-D0BA-DE3C6429E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1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objective to a menu option of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C++17 with the Standard Template Library. fstream for files, vector with unique_ptr for the polymorphic collection, exceptions for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 loads saved data, then shows a menu in a do-while loop. A switch calls the manager; errors are caught with try/catch. It saves on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Waste is an abstract base class with pure virtual functions. Mobile, Computer and Battery inherit from it. EWasteManager holds a vector of Waste pointers (composition).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concepts. Point to the matching code: protected members, abstract class, derived classes, virtual calls through base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go beyond the basics: static members, operator overloading, exception handling, file handling, smart pointers and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pure virtual functions in the base class, an override in a derived class, and the polymorphic loop in displayAll().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from running the program. Demonstrate live: add Mobile, Computer and Battery items, then display, recycling info and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limitations are a console interface and a text file instead of a database; these are listed in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toward the full EcoLoop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640080"/>
            <a:ext cx="3108960" cy="310896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1280160"/>
            <a:ext cx="1828800" cy="1828800"/>
          </a:xfrm>
          <a:prstGeom prst="ellipse">
            <a:avLst/>
          </a:prstGeom>
          <a:solidFill>
            <a:srgbClr val="7FD8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0" y="1280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PROJECT  |  204ES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Management System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console application using inheritance, polymorphism and file handling (working title: EcoLoop)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Pranshu Parikh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No.: 25EC419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Sem: 3rd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Mayur Sevak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devices become waste quickly, but most people do not know how to track, classify or dispose of them safely.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devices are not logged by type or weight.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2900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disposal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5146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ends up mixed with regular waste; batteries are hazardous.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0116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awareness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51460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simple guidance on recycling and reuse.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5F716-4E52-3359-2EC9-0B3A81AB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5FBF1C-00F2-CC69-6EF8-5BBD3141718B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0D733C-6986-5685-9079-FAF4A9FBE2A1}"/>
              </a:ext>
            </a:extLst>
          </p:cNvPr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F57F9C-FECE-DB31-D04C-079F85E30467}"/>
              </a:ext>
            </a:extLst>
          </p:cNvPr>
          <p:cNvSpPr txBox="1"/>
          <p:nvPr/>
        </p:nvSpPr>
        <p:spPr>
          <a:xfrm>
            <a:off x="457200" y="1051560"/>
            <a:ext cx="8229600" cy="316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E-Waste Management System is an Object-Oriented Programming (OOP) project developed in C++ to efficiently manage electronic waste records. As the use of electronic devices continues to grow, the amount of e-waste generated is also increasing, making proper management essential for environmental protection.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allows users to add, display, search, update, and delete information about e-waste items in a simple and organized manner.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the practical implementation of OOP concepts such as classes, objects, encapsulation, and abstraction, while providing an easy-to-use system that promotes responsible e-waste management and awareness.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6B4163A-C018-07E1-44AC-8C119AA4C0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4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594360" cy="59436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789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e-waste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38988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type, ID, name and weight for many items.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01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disposal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21284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device-specific recycling instructions.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724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recycling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03580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reward points and a summary.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547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advanced OOP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858768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polymorphism, exceptions and file handling.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C++17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language: classes, inheritance, virtual functions.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17720" y="10972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00600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0020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and unique_ptr (smart pointers) hold the objects.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2944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fstream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3375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records in a text file.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17720" y="283464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800600" y="2944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33375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with invalid_argument and runtime_error.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2103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783080" y="21031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6B4F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8308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1F6B4F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choice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(try / catch)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7315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7FD8A8"/>
          </a:solidFill>
          <a:ln w="12700">
            <a:solidFill>
              <a:srgbClr val="7FD8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73152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Add item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13716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7FD8A8"/>
          </a:solidFill>
          <a:ln w="12700">
            <a:solidFill>
              <a:srgbClr val="7FD8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Display all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20116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7FD8A8"/>
          </a:solidFill>
          <a:ln w="12700">
            <a:solidFill>
              <a:srgbClr val="7FD8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Recycling info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26517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7FD8A8"/>
          </a:solidFill>
          <a:ln w="12700">
            <a:solidFill>
              <a:srgbClr val="7FD8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Summary + points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0" y="32918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7FD8A8"/>
          </a:solidFill>
          <a:ln w="12700">
            <a:solidFill>
              <a:srgbClr val="7FD8A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Save to file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39319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Save and exit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463040" y="2423160"/>
            <a:ext cx="320040" cy="0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154680" y="2423160"/>
            <a:ext cx="320040" cy="0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 flipV="1">
            <a:off x="4937760" y="960120"/>
            <a:ext cx="1463040" cy="1463040"/>
          </a:xfrm>
          <a:prstGeom prst="line">
            <a:avLst/>
          </a:prstGeom>
          <a:noFill/>
          <a:ln w="1524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V="1">
            <a:off x="4937760" y="1600200"/>
            <a:ext cx="1463040" cy="822960"/>
          </a:xfrm>
          <a:prstGeom prst="line">
            <a:avLst/>
          </a:prstGeom>
          <a:noFill/>
          <a:ln w="1524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V="1">
            <a:off x="4937760" y="2240280"/>
            <a:ext cx="1463040" cy="182880"/>
          </a:xfrm>
          <a:prstGeom prst="line">
            <a:avLst/>
          </a:prstGeom>
          <a:noFill/>
          <a:ln w="1524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937760" y="2423160"/>
            <a:ext cx="1463040" cy="457200"/>
          </a:xfrm>
          <a:prstGeom prst="line">
            <a:avLst/>
          </a:prstGeom>
          <a:noFill/>
          <a:ln w="1524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937760" y="2423160"/>
            <a:ext cx="1463040" cy="1097280"/>
          </a:xfrm>
          <a:prstGeom prst="line">
            <a:avLst/>
          </a:prstGeom>
          <a:noFill/>
          <a:ln w="1524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937760" y="2423160"/>
            <a:ext cx="1463040" cy="1737360"/>
          </a:xfrm>
          <a:prstGeom prst="line">
            <a:avLst/>
          </a:prstGeom>
          <a:noFill/>
          <a:ln w="15240">
            <a:solidFill>
              <a:srgbClr val="5C6F66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1-5 return to the menu. Option 6 saves and ends the program.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377440" y="1051560"/>
            <a:ext cx="3108960" cy="1188720"/>
          </a:xfrm>
          <a:prstGeom prst="rect">
            <a:avLst/>
          </a:prstGeom>
          <a:solidFill>
            <a:srgbClr val="0B3D2E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377440" y="1051560"/>
            <a:ext cx="310896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 (abstract)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id, name, weight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static totalItems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virtual getType() = 0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virtual recyclingInfo() = 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2194560" cy="822960"/>
          </a:xfrm>
          <a:prstGeom prst="rect">
            <a:avLst/>
          </a:prstGeom>
          <a:solidFill>
            <a:srgbClr val="EAF5EE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overrides virtual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54480" y="2240280"/>
            <a:ext cx="0" cy="502920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743200"/>
            <a:ext cx="2194560" cy="822960"/>
          </a:xfrm>
          <a:prstGeom prst="rect">
            <a:avLst/>
          </a:prstGeom>
          <a:solidFill>
            <a:srgbClr val="EAF5EE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464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overrides virtual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31920" y="2240280"/>
            <a:ext cx="0" cy="502920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12080" y="2743200"/>
            <a:ext cx="2194560" cy="822960"/>
          </a:xfrm>
          <a:prstGeom prst="rect">
            <a:avLst/>
          </a:prstGeom>
          <a:solidFill>
            <a:srgbClr val="EAF5EE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1208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overrides virtual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09360" y="2240280"/>
            <a:ext cx="0" cy="502920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54480" y="2487168"/>
            <a:ext cx="4754880" cy="0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31920" y="2240280"/>
            <a:ext cx="0" cy="246888"/>
          </a:xfrm>
          <a:prstGeom prst="line">
            <a:avLst/>
          </a:prstGeom>
          <a:noFill/>
          <a:ln w="19050">
            <a:solidFill>
              <a:srgbClr val="5C6F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0" y="1051560"/>
            <a:ext cx="2834640" cy="1188720"/>
          </a:xfrm>
          <a:prstGeom prst="rect">
            <a:avLst/>
          </a:prstGeom>
          <a:solidFill>
            <a:srgbClr val="EAF5EE"/>
          </a:solidFill>
          <a:ln w="12700">
            <a:solidFill>
              <a:srgbClr val="1F6B4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1051560"/>
            <a:ext cx="283464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EWasteManager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vector&lt;unique_ptr&lt;Waste&gt;&gt;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add(), displayAll()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summary(), save(), load()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classes inherit data and must override the pure virtual functions.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Concepts Applied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&amp; Object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Waste, Mobile, Computer, Battery and EWasteManager objects.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protected; accessed via getters and methods.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Waste with pure virtual functions.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383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Computer and Battery derive from Waste.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2900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429000" y="3383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i-&gt;display() and recyclingInfo() resolve at runtime.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1792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3383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validates data; virtual destructor cleans 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member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totalItems counts all live objects.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overloading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operator&gt; compares items by weight.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ID, weight or type is caught.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383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saved to and loaded from a file.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2900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pointers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429000" y="3383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unique_ptr frees memory automatically.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17920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3383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owns the collection of Waste objects.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5669280" cy="3520440"/>
          </a:xfrm>
          <a:prstGeom prst="roundRect">
            <a:avLst>
              <a:gd name="adj" fmla="val 2078"/>
            </a:avLst>
          </a:prstGeom>
          <a:solidFill>
            <a:srgbClr val="12261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43000"/>
            <a:ext cx="5303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Waste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string getType() const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recyclingInfo() const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int pointsPerKg() const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Battery : public Waste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pointsPerKg() const override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return 150;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polymorphic call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auto&amp; i : items)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i-&gt;display();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05156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0" y="1161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virtual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overriding.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2402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compiler.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34290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83680" y="3538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pointer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derived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Output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2261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E-Waste Records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101 | Redmi Phone | Mobile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0.30 kg | 30 pts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102 | Old Laptop  | Computer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2.50 kg | 150 pts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103 | Li-ion Pack | Battery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0.80 kg | 120 pts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ID must be a positive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12261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463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[Battery] Hazardous! Never throw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regular waste. Use a designated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 collection box.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Summary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recorded :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weight   : 3.60 kg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points  : 300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Heaviest item  : Old Laptop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3 record(s).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EAF5EE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records of three device types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Device-specific recycling guidance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points and 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error handling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between runs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17720" y="109728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FFF6E2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00600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0020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interface only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file, no database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accounts yet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pickup scheduling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 Management System  |  204ES Object Oriented Programming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system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users and log in.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scheduling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e-waste collection slots.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 history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user's past items.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text file with SQLite.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4612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2900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device types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42900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TV, Appliance and others via inheritance.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5E5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1792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/ App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front end for users.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C++ system to record e-waste, guide disposal and reward recycling.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inheritance, polymorphism, abstraction, encapsulation, exceptions and file handling.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grow into the full EcoLoop platform.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F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1356</Words>
  <Application>Microsoft Office PowerPoint</Application>
  <PresentationFormat>On-screen Show (16:9)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E-Waste Management System (EcoLoop)</dc:title>
  <dc:subject>PptxGenJS Presentation</dc:subject>
  <dc:creator>Pranshu</dc:creator>
  <cp:lastModifiedBy>pranshuparikh1977@outlook.com</cp:lastModifiedBy>
  <cp:revision>5</cp:revision>
  <dcterms:created xsi:type="dcterms:W3CDTF">2026-10-22T15:34:28Z</dcterms:created>
  <dcterms:modified xsi:type="dcterms:W3CDTF">2026-10-24T02:42:39Z</dcterms:modified>
</cp:coreProperties>
</file>